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04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54864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08" y="54864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14816" y="54864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32588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22208" y="132588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14816" y="132588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210312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22208" y="210312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14816" y="210312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88036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22208" y="288036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14816" y="288036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65760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365760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14816" y="3657600"/>
            <a:ext cx="73152" cy="73152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57200"/>
            <a:ext cx="822960" cy="8229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28600" y="10972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Sales</a:t>
            </a:r>
            <a:endParaRPr lang="en-US" sz="3800" dirty="0"/>
          </a:p>
        </p:txBody>
      </p:sp>
      <p:sp>
        <p:nvSpPr>
          <p:cNvPr id="23" name="Text 20"/>
          <p:cNvSpPr/>
          <p:nvPr/>
        </p:nvSpPr>
        <p:spPr>
          <a:xfrm>
            <a:off x="228600" y="17556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3800" dirty="0"/>
          </a:p>
        </p:txBody>
      </p:sp>
      <p:sp>
        <p:nvSpPr>
          <p:cNvPr id="24" name="Shape 21"/>
          <p:cNvSpPr/>
          <p:nvPr/>
        </p:nvSpPr>
        <p:spPr>
          <a:xfrm>
            <a:off x="228600" y="2487168"/>
            <a:ext cx="41148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860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228600" y="3090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28600" y="338328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860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417320" y="3383280"/>
            <a:ext cx="1051560" cy="347472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1732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94366" y="3397482"/>
            <a:ext cx="926074" cy="333270"/>
          </a:xfrm>
          <a:prstGeom prst="roundRect">
            <a:avLst>
              <a:gd name="adj" fmla="val 13158"/>
            </a:avLst>
          </a:prstGeom>
          <a:solidFill>
            <a:srgbClr val="1565C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06040" y="338328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851660" y="35981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 smtClean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2926080" y="3977640"/>
            <a:ext cx="219456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0" y="3977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24\04\2026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7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210312" y="3990870"/>
            <a:ext cx="2560320" cy="384048"/>
          </a:xfrm>
          <a:prstGeom prst="rect">
            <a:avLst/>
          </a:prstGeom>
          <a:solidFill>
            <a:srgbClr val="132338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Anushka</a:t>
            </a:r>
            <a:r>
              <a:rPr lang="en-US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Saarsar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887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972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5047488"/>
            <a:ext cx="3017520" cy="960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069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841248"/>
            <a:ext cx="54864" cy="4023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932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138988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end-to-end analytics project transforms raw grocery inventory and sales data into actionable business intelligence using SQL, Excel, and Power BI.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487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Analyzes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077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2880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levels &amp; stock health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" y="33558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trends &amp; revenue performance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5876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383133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efficiency &amp; dependencies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800600" y="841248"/>
            <a:ext cx="406908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00600" y="841248"/>
            <a:ext cx="54864" cy="4023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983480" y="9326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Importance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983480" y="1417320"/>
            <a:ext cx="3474720" cy="621792"/>
          </a:xfrm>
          <a:prstGeom prst="rect">
            <a:avLst/>
          </a:prstGeom>
          <a:solidFill>
            <a:srgbClr val="132338"/>
          </a:solidFill>
          <a:ln w="6350">
            <a:solidFill>
              <a:srgbClr val="1565C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508760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13248" y="1435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413248" y="1682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products and improve pricing strategy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983480" y="2167128"/>
            <a:ext cx="3474720" cy="621792"/>
          </a:xfrm>
          <a:prstGeom prst="rect">
            <a:avLst/>
          </a:prstGeom>
          <a:solidFill>
            <a:srgbClr val="132338"/>
          </a:solidFill>
          <a:ln w="6350">
            <a:solidFill>
              <a:srgbClr val="1565C0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25856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13248" y="2185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413248" y="2432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stockouts and reduce overstock carrying costs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983480" y="2916936"/>
            <a:ext cx="3474720" cy="621792"/>
          </a:xfrm>
          <a:prstGeom prst="rect">
            <a:avLst/>
          </a:prstGeom>
          <a:solidFill>
            <a:srgbClr val="132338"/>
          </a:solidFill>
          <a:ln w="6350">
            <a:solidFill>
              <a:srgbClr val="1565C0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08376"/>
            <a:ext cx="256032" cy="25603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13248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Intelligence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5413248" y="3182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optimize supplier relationships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983480" y="3666744"/>
            <a:ext cx="3474720" cy="621792"/>
          </a:xfrm>
          <a:prstGeom prst="rect">
            <a:avLst/>
          </a:prstGeom>
          <a:solidFill>
            <a:srgbClr val="132338"/>
          </a:solidFill>
          <a:ln w="6350">
            <a:solidFill>
              <a:srgbClr val="1565C0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758184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413248" y="3685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413248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real-time KPI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887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972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5047488"/>
            <a:ext cx="3017520" cy="960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406908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841248"/>
            <a:ext cx="4069080" cy="420624"/>
          </a:xfrm>
          <a:prstGeom prst="rect">
            <a:avLst/>
          </a:prstGeom>
          <a:solidFill>
            <a:srgbClr val="000000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1389888"/>
            <a:ext cx="3794760" cy="777240"/>
          </a:xfrm>
          <a:prstGeom prst="rect">
            <a:avLst/>
          </a:prstGeom>
          <a:solidFill>
            <a:srgbClr val="F0F4F8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1444752"/>
            <a:ext cx="292608" cy="292608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&amp; Stockouts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167335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 leading to capital waste or lost sales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2350008"/>
            <a:ext cx="3794760" cy="777240"/>
          </a:xfrm>
          <a:prstGeom prst="rect">
            <a:avLst/>
          </a:prstGeom>
          <a:solidFill>
            <a:srgbClr val="F0F4F8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2920" y="2404872"/>
            <a:ext cx="292608" cy="292608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1440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Product Visibility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263347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view of top/bottom performing SKUs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1480" y="3310128"/>
            <a:ext cx="3794760" cy="777240"/>
          </a:xfrm>
          <a:prstGeom prst="rect">
            <a:avLst/>
          </a:prstGeom>
          <a:solidFill>
            <a:srgbClr val="F0F4F8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64992"/>
            <a:ext cx="292608" cy="292608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4400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Inefficiencies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14400" y="359359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few suppliers with no performance tracking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841248"/>
            <a:ext cx="4069080" cy="4023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841248"/>
            <a:ext cx="4069080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3776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937760" y="1389888"/>
            <a:ext cx="3794760" cy="777240"/>
          </a:xfrm>
          <a:prstGeom prst="rect">
            <a:avLst/>
          </a:prstGeom>
          <a:solidFill>
            <a:srgbClr val="13233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0" y="144475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40680" y="1417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&amp; Bottom Products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40680" y="167335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products by revenue and sales volume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37760" y="2350008"/>
            <a:ext cx="3794760" cy="777240"/>
          </a:xfrm>
          <a:prstGeom prst="rect">
            <a:avLst/>
          </a:prstGeom>
          <a:solidFill>
            <a:srgbClr val="13233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0" y="240487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29200" y="2404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4068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Inventory Efficiency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40680" y="263347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stock as low, healthy, overstock, or dead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937760" y="3310128"/>
            <a:ext cx="3794760" cy="777240"/>
          </a:xfrm>
          <a:prstGeom prst="rect">
            <a:avLst/>
          </a:prstGeom>
          <a:solidFill>
            <a:srgbClr val="132338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29200" y="3364992"/>
            <a:ext cx="292608" cy="2926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0" y="33649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440680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Supplier Performance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440680" y="359359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supplier revenue share and reliability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887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972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5047488"/>
            <a:ext cx="3017520" cy="960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8595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23544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8869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Grocery Inventory &amp; Sales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74320" y="16093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20116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201168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19456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108960" y="20116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108960" y="201168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21945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675888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943600" y="2011680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0" y="201168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194560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10528" y="20116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Quantity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74320" y="2816352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274320" y="2816352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999232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1248" y="2816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3108960" y="2816352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108960" y="2816352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2999232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75888" y="2816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943600" y="2816352"/>
            <a:ext cx="26517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943600" y="2816352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999232"/>
            <a:ext cx="292608" cy="29260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510528" y="281635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274320" y="3767328"/>
            <a:ext cx="8595360" cy="859536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274320" y="3767328"/>
            <a:ext cx="54864" cy="85953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931920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32688" y="37947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932688" y="411480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and null values · Standardized field formats · Validated stock quantities and prices · Ensured referential integrity across tables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887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09728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&amp; Preparation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5047488"/>
            <a:ext cx="3017520" cy="960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841248"/>
            <a:ext cx="272491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841248"/>
            <a:ext cx="2724912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841248"/>
            <a:ext cx="27249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8869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005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Calculation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84048" y="2304288"/>
            <a:ext cx="24688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84048" y="2404872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Total Revenue for each product using: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Sales Volume × Unit Price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comparison across all products and categories.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154680" y="841248"/>
            <a:ext cx="272491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154680" y="841248"/>
            <a:ext cx="2724912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54680" y="841248"/>
            <a:ext cx="2724912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64408" y="8869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0058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64408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Classification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264408" y="2304288"/>
            <a:ext cx="2468880" cy="27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264408" y="2404872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inventory into four states based on thresholds: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· Healthy Stock · Overstock · Dead Stock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quick risk identification in dashboards.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035040" y="841248"/>
            <a:ext cx="2724912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841248"/>
            <a:ext cx="2724912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035040" y="841248"/>
            <a:ext cx="2724912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44768" y="8869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10058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144768" y="1828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(Power BI)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144768" y="2304288"/>
            <a:ext cx="2468880" cy="274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144768" y="2404872"/>
            <a:ext cx="24871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DAX formulas to create calculated KPIs such as Total Revenue, Stock Health %, Supplier Share %, and dynamic filters for interactive drill-downs.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Executive Overview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804672"/>
            <a:ext cx="8595360" cy="3520440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914400"/>
            <a:ext cx="8321040" cy="3291840"/>
          </a:xfrm>
          <a:prstGeom prst="rect">
            <a:avLst/>
          </a:prstGeom>
          <a:solidFill>
            <a:srgbClr val="1A3A5C">
              <a:alpha val="0"/>
            </a:srgbClr>
          </a:solidFill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Insert Executive Overview Dashboard Screenshot Here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Executive KPI Snapshot: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Real time visibility into revenue, sales trends, and inventory risks.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Category Performance Analysis: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Identifies top and underperforming categories for better decision making.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5047488"/>
            <a:ext cx="3017520" cy="960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32103"/>
            <a:ext cx="8595360" cy="3493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Inventory Deep Dive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804672"/>
            <a:ext cx="8595360" cy="3520440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914400"/>
            <a:ext cx="8321040" cy="3291840"/>
          </a:xfrm>
          <a:prstGeom prst="rect">
            <a:avLst/>
          </a:prstGeom>
          <a:solidFill>
            <a:srgbClr val="1A3A5C">
              <a:alpha val="0"/>
            </a:srgbClr>
          </a:solidFill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28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Insert Inventory Dashboard Screenshot Here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Inventory Risk Analysis: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Identifies low stock, overstock, and dead stock to improve efficiency and reduce costs.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Stock Health Monitoring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Enables proactive decisions through clear stock classification and risk visibility.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5047488"/>
            <a:ext cx="3017520" cy="960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832104"/>
            <a:ext cx="859536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Product Performance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804672"/>
            <a:ext cx="8595360" cy="3520440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914400"/>
            <a:ext cx="8321040" cy="3291840"/>
          </a:xfrm>
          <a:prstGeom prst="rect">
            <a:avLst/>
          </a:prstGeom>
          <a:solidFill>
            <a:srgbClr val="1A3A5C">
              <a:alpha val="0"/>
            </a:srgbClr>
          </a:solidFill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28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Insert Product Performance Dashboard Screenshot Here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Product Portfolio Optimization 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Evaluates high and low performing products to drive better assortment and revenue growth.</a:t>
            </a:r>
          </a:p>
        </p:txBody>
      </p:sp>
      <p:sp>
        <p:nvSpPr>
          <p:cNvPr id="14" name="Shape 10"/>
          <p:cNvSpPr/>
          <p:nvPr/>
        </p:nvSpPr>
        <p:spPr>
          <a:xfrm>
            <a:off x="470916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Demand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Vs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Supply Gap Analysis 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Uncovers mismatches between sales performance and inventory levels for smarter stock planning.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5047488"/>
            <a:ext cx="3017520" cy="960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20" y="914400"/>
            <a:ext cx="85416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0972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— Supplier Analysis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804672"/>
            <a:ext cx="8595360" cy="3520440"/>
          </a:xfrm>
          <a:prstGeom prst="rect">
            <a:avLst/>
          </a:prstGeom>
          <a:solidFill>
            <a:srgbClr val="1A3A5C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914400"/>
            <a:ext cx="8321040" cy="3291840"/>
          </a:xfrm>
          <a:prstGeom prst="rect">
            <a:avLst/>
          </a:prstGeom>
          <a:solidFill>
            <a:srgbClr val="1A3A5C">
              <a:alpha val="0"/>
            </a:srgbClr>
          </a:solidFill>
          <a:ln w="12700">
            <a:solidFill>
              <a:srgbClr val="00B4D8">
                <a:alpha val="60000"/>
              </a:srgbClr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288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5146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Insert Supplier Dashboard Screenshot Here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Contribution &amp; Revenue Impact 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Highlights key Suppliers contributing to revenue and supports strategic sourcing decisions,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09160" y="4434840"/>
            <a:ext cx="4297680" cy="530352"/>
          </a:xfrm>
          <a:prstGeom prst="rect">
            <a:avLst/>
          </a:prstGeom>
          <a:solidFill>
            <a:srgbClr val="1B2A3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09160" y="4434840"/>
            <a:ext cx="54864" cy="5303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44348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Supplier Risk &amp; Dependency Analysis :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Detects over reliance on specific suppliers to mitigate supply chain risks.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26480" y="5047488"/>
            <a:ext cx="3017520" cy="960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832105"/>
            <a:ext cx="8595360" cy="3465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7132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1887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Insights, Recommendations &amp; Conclusion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74320" y="8686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97864"/>
            <a:ext cx="2788920" cy="27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316736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12893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&amp; Vegetables contribute highest revenue share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192024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8928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number of low-stock products indicates supply risk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523744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24963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 and dead stock identified across multiple categories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3127248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30998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suppliers dominate overall revenue — high dependency risk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337560" y="86868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337560" y="1197864"/>
            <a:ext cx="2788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1298448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39312" y="1280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planning with data-driven reorder points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37560" y="1901952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39312" y="18836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overstock and dead stock to free capital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337560" y="2505456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39312" y="248716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high-performing product categories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337560" y="3108960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39312" y="30906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supplier base to reduce dependency risk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309360" y="841248"/>
            <a:ext cx="2560320" cy="4005072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0" y="841248"/>
            <a:ext cx="256032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46520" y="9875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46520" y="1335024"/>
            <a:ext cx="2286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46520" y="146304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decision-making transforms business outcomes by replacing guesswork with actionable intelligence.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suite empowers stakeholders to: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Monitor inventory health in real 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Identify and act on revenue opportunities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Optimize supplier partnerships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Reduce waste and operational risk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Sales Analytics Dashboard  |  End-to-End Data Analytics Project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637</Words>
  <Application>Microsoft Office PowerPoint</Application>
  <PresentationFormat>On-screen Show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&amp; Sales Analytics Dashboard</dc:title>
  <dc:subject>PptxGenJS Presentation</dc:subject>
  <dc:creator>PptxGenJS</dc:creator>
  <cp:lastModifiedBy>Dell</cp:lastModifiedBy>
  <cp:revision>6</cp:revision>
  <dcterms:created xsi:type="dcterms:W3CDTF">2026-04-23T19:51:47Z</dcterms:created>
  <dcterms:modified xsi:type="dcterms:W3CDTF">2026-04-23T20:46:01Z</dcterms:modified>
</cp:coreProperties>
</file>